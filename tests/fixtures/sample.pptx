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 PPTX — слайд 1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 PPTX — слайд 2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297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